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8" r:id="rId5"/>
    <p:sldId id="269" r:id="rId6"/>
    <p:sldId id="262" r:id="rId7"/>
    <p:sldId id="270" r:id="rId8"/>
    <p:sldId id="265" r:id="rId9"/>
  </p:sldIdLst>
  <p:sldSz cx="12192000" cy="6858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36" autoAdjust="0"/>
  </p:normalViewPr>
  <p:slideViewPr>
    <p:cSldViewPr snapToGrid="0" snapToObjects="1">
      <p:cViewPr>
        <p:scale>
          <a:sx n="100" d="100"/>
          <a:sy n="100" d="100"/>
        </p:scale>
        <p:origin x="420" y="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1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877097"/>
            <a:ext cx="109728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9600" y="1561653"/>
            <a:ext cx="2311730" cy="285750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4877097"/>
            <a:ext cx="10972800" cy="9525"/>
          </a:xfrm>
          <a:prstGeom prst="rect">
            <a:avLst/>
          </a:prstGeom>
          <a:solidFill>
            <a:srgbClr val="572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119985"/>
            <a:ext cx="219075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775" y="5143797"/>
            <a:ext cx="12382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4450" y="5143797"/>
            <a:ext cx="12382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925" y="5143797"/>
            <a:ext cx="123825" cy="142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2677518"/>
            <a:ext cx="9701212" cy="1179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4602"/>
              </a:lnSpc>
            </a:pPr>
            <a:r>
              <a:rPr sz="3900" b="1" i="0" u="none" dirty="0" err="1">
                <a:solidFill>
                  <a:srgbClr val="FFFFFF"/>
                </a:solidFill>
                <a:latin typeface="+mj-lt"/>
              </a:rPr>
              <a:t>Perancangan</a:t>
            </a:r>
            <a:r>
              <a:rPr lang="en-US" sz="3900" b="1" dirty="0">
                <a:solidFill>
                  <a:srgbClr val="FFFFFF"/>
                </a:solidFill>
                <a:latin typeface="+mj-lt"/>
              </a:rPr>
              <a:t> </a:t>
            </a:r>
            <a:r>
              <a:rPr lang="en-ID" sz="4000" b="1" i="0" dirty="0" err="1">
                <a:solidFill>
                  <a:srgbClr val="FFFFFF"/>
                </a:solidFill>
                <a:effectLst/>
                <a:latin typeface="+mj-lt"/>
              </a:rPr>
              <a:t>Profil</a:t>
            </a:r>
            <a:r>
              <a:rPr lang="en-ID" sz="4000" b="1" i="0" dirty="0">
                <a:solidFill>
                  <a:srgbClr val="FFFFFF"/>
                </a:solidFill>
                <a:effectLst/>
                <a:latin typeface="+mj-lt"/>
              </a:rPr>
              <a:t> &amp; </a:t>
            </a:r>
            <a:r>
              <a:rPr lang="en-ID" sz="4000" b="1" i="0" dirty="0" err="1">
                <a:solidFill>
                  <a:srgbClr val="FFFFFF"/>
                </a:solidFill>
                <a:effectLst/>
                <a:latin typeface="+mj-lt"/>
              </a:rPr>
              <a:t>Katalog</a:t>
            </a:r>
            <a:r>
              <a:rPr lang="en-ID" sz="4000" b="1" i="0" dirty="0">
                <a:solidFill>
                  <a:srgbClr val="FFFFFF"/>
                </a:solidFill>
                <a:effectLst/>
                <a:latin typeface="+mj-lt"/>
              </a:rPr>
              <a:t> UMKM</a:t>
            </a:r>
            <a:r>
              <a:rPr sz="3900" b="1" i="0" u="none" dirty="0">
                <a:solidFill>
                  <a:srgbClr val="FFFFFF"/>
                </a:solidFill>
                <a:latin typeface="+mj-lt"/>
              </a:rPr>
              <a:t> </a:t>
            </a:r>
            <a:endParaRPr lang="en-US" sz="3900" b="1" i="0" u="none" dirty="0">
              <a:solidFill>
                <a:srgbClr val="FFFFFF"/>
              </a:solidFill>
              <a:latin typeface="+mj-lt"/>
            </a:endParaRPr>
          </a:p>
          <a:p>
            <a:pPr algn="l">
              <a:lnSpc>
                <a:spcPts val="4602"/>
              </a:lnSpc>
            </a:pPr>
            <a:r>
              <a:rPr sz="3900" b="1" i="0" u="none" dirty="0" err="1">
                <a:solidFill>
                  <a:srgbClr val="FFFFFF"/>
                </a:solidFill>
                <a:latin typeface="+mj-lt"/>
              </a:rPr>
              <a:t>Warung</a:t>
            </a:r>
            <a:r>
              <a:rPr sz="3900" b="1" i="0" u="none" dirty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3900" b="1" i="0" u="none" dirty="0" err="1">
                <a:solidFill>
                  <a:srgbClr val="FFFFFF"/>
                </a:solidFill>
                <a:latin typeface="+mj-lt"/>
              </a:rPr>
              <a:t>Pojok</a:t>
            </a:r>
            <a:r>
              <a:rPr lang="en-US" sz="3900" b="1" i="0" u="none" dirty="0">
                <a:solidFill>
                  <a:srgbClr val="FFFFFF"/>
                </a:solidFill>
                <a:latin typeface="+mj-lt"/>
              </a:rPr>
              <a:t> </a:t>
            </a:r>
            <a:r>
              <a:rPr sz="3900" b="1" i="0" u="none" dirty="0" err="1">
                <a:solidFill>
                  <a:srgbClr val="FFFFFF"/>
                </a:solidFill>
                <a:latin typeface="+mj-lt"/>
              </a:rPr>
              <a:t>Mba</a:t>
            </a:r>
            <a:r>
              <a:rPr sz="3900" b="1" i="0" u="none" dirty="0">
                <a:solidFill>
                  <a:srgbClr val="FFFFFF"/>
                </a:solidFill>
                <a:latin typeface="+mj-lt"/>
              </a:rPr>
              <a:t> </a:t>
            </a:r>
            <a:r>
              <a:rPr sz="3900" b="1" i="0" u="none" dirty="0" err="1">
                <a:solidFill>
                  <a:srgbClr val="FFFFFF"/>
                </a:solidFill>
                <a:latin typeface="+mj-lt"/>
              </a:rPr>
              <a:t>Sofy</a:t>
            </a:r>
            <a:endParaRPr sz="3900" b="1" i="0" u="none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2000" y="1618803"/>
            <a:ext cx="223058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u="none" dirty="0" err="1">
                <a:solidFill>
                  <a:srgbClr val="FFFFFF"/>
                </a:solidFill>
                <a:latin typeface="+mj-lt"/>
              </a:rPr>
              <a:t>Pemrograman</a:t>
            </a:r>
            <a:r>
              <a:rPr lang="en-US" sz="1050" b="1" i="0" u="none" dirty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1050" b="1" i="0" u="none" dirty="0" err="1">
                <a:solidFill>
                  <a:srgbClr val="FFFFFF"/>
                </a:solidFill>
                <a:latin typeface="+mj-lt"/>
              </a:rPr>
              <a:t>Antarmuka</a:t>
            </a:r>
            <a:r>
              <a:rPr lang="en-US" sz="1050" b="1" i="0" u="none" dirty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1050" b="1" i="0" u="none" dirty="0" err="1">
                <a:solidFill>
                  <a:srgbClr val="FFFFFF"/>
                </a:solidFill>
                <a:latin typeface="+mj-lt"/>
              </a:rPr>
              <a:t>Pengguna</a:t>
            </a:r>
            <a:endParaRPr sz="1050" b="1" i="0" u="none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44314" y="1608935"/>
            <a:ext cx="114294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FDBA74"/>
                </a:solidFill>
                <a:latin typeface="+mj-lt"/>
              </a:rPr>
              <a:t>KELOMPOK 9 || SI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5115222"/>
            <a:ext cx="1005083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FFFFFF"/>
                </a:solidFill>
                <a:latin typeface="+mj-lt"/>
              </a:rPr>
              <a:t>Tim </a:t>
            </a:r>
            <a:r>
              <a:rPr sz="1125" b="1" i="0" u="none" dirty="0" err="1">
                <a:solidFill>
                  <a:srgbClr val="FFFFFF"/>
                </a:solidFill>
                <a:latin typeface="+mj-lt"/>
              </a:rPr>
              <a:t>Kelompok</a:t>
            </a:r>
            <a:r>
              <a:rPr sz="1125" b="1" i="0" u="none" dirty="0">
                <a:solidFill>
                  <a:srgbClr val="FFFFFF"/>
                </a:solidFill>
                <a:latin typeface="+mj-lt"/>
              </a:rPr>
              <a:t> 9: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0775" y="5115222"/>
            <a:ext cx="2090316" cy="173124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1125" b="0" i="0" u="none" dirty="0" err="1">
                <a:solidFill>
                  <a:srgbClr val="FFEDD5"/>
                </a:solidFill>
                <a:latin typeface="+mj-lt"/>
              </a:rPr>
              <a:t>Deio</a:t>
            </a:r>
            <a:r>
              <a:rPr sz="1125" b="0" i="0" u="none" dirty="0">
                <a:solidFill>
                  <a:srgbClr val="FFEDD5"/>
                </a:solidFill>
                <a:latin typeface="+mj-lt"/>
              </a:rPr>
              <a:t> Castello </a:t>
            </a:r>
            <a:r>
              <a:rPr sz="1125" b="0" i="0" u="none" dirty="0" err="1">
                <a:solidFill>
                  <a:srgbClr val="FFEDD5"/>
                </a:solidFill>
                <a:latin typeface="+mj-lt"/>
              </a:rPr>
              <a:t>Sujati</a:t>
            </a:r>
            <a:r>
              <a:rPr sz="1125" b="0" i="0" u="none" dirty="0">
                <a:solidFill>
                  <a:srgbClr val="FFEDD5"/>
                </a:solidFill>
                <a:latin typeface="+mj-lt"/>
              </a:rPr>
              <a:t> (825250002)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4450" y="5115222"/>
            <a:ext cx="1734449" cy="173124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FEDD5"/>
                </a:solidFill>
                <a:latin typeface="+mj-lt"/>
              </a:rPr>
              <a:t>Felicia Rivera (825250003)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0925" y="5115222"/>
            <a:ext cx="2662588" cy="173124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FEDD5"/>
                </a:solidFill>
                <a:latin typeface="+mj-lt"/>
              </a:rPr>
              <a:t>Muhammad Ubait Dhaifullah (825250012)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C9BF1A-1BAB-4704-9478-2308E60B362F}"/>
              </a:ext>
            </a:extLst>
          </p:cNvPr>
          <p:cNvSpPr txBox="1"/>
          <p:nvPr/>
        </p:nvSpPr>
        <p:spPr>
          <a:xfrm>
            <a:off x="499416" y="3993595"/>
            <a:ext cx="4843827" cy="184666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lang="en-ID" sz="1200" b="0" i="0" dirty="0">
                <a:solidFill>
                  <a:srgbClr val="FFFAF3"/>
                </a:solidFill>
                <a:effectLst/>
                <a:latin typeface="+mj-lt"/>
              </a:rPr>
              <a:t>Integrasi Layout Multi-Kolom, </a:t>
            </a:r>
            <a:r>
              <a:rPr lang="en-ID" sz="1200" b="0" i="0" dirty="0" err="1">
                <a:solidFill>
                  <a:srgbClr val="FFFAF3"/>
                </a:solidFill>
                <a:effectLst/>
                <a:latin typeface="+mj-lt"/>
              </a:rPr>
              <a:t>Tabel</a:t>
            </a:r>
            <a:r>
              <a:rPr lang="en-ID" sz="1200" b="0" i="0" dirty="0">
                <a:solidFill>
                  <a:srgbClr val="FFFAF3"/>
                </a:solidFill>
                <a:effectLst/>
                <a:latin typeface="+mj-lt"/>
              </a:rPr>
              <a:t>, Form, Multimedia, dan Dropdown CSS</a:t>
            </a:r>
            <a:endParaRPr sz="1125" b="0" i="0" u="none" dirty="0">
              <a:solidFill>
                <a:srgbClr val="FFEDD5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30996"/>
            <a:ext cx="3505200" cy="2329457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43400" y="2730996"/>
            <a:ext cx="3505200" cy="2329457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077200" y="2730996"/>
            <a:ext cx="3505200" cy="2329457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45321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045321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045321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037" y="3169146"/>
            <a:ext cx="18097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550" y="3169146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6775" y="3169146"/>
            <a:ext cx="26670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416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2410C"/>
                </a:solidFill>
                <a:latin typeface="+mj-lt"/>
              </a:rPr>
              <a:t>RINGKASAN PROYEK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727378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261208"/>
                </a:solidFill>
                <a:latin typeface="+mj-lt"/>
              </a:rPr>
              <a:t>Latar</a:t>
            </a:r>
            <a:r>
              <a:rPr sz="2400" b="1" i="0" u="none" dirty="0">
                <a:solidFill>
                  <a:srgbClr val="261208"/>
                </a:solidFill>
                <a:latin typeface="+mj-lt"/>
              </a:rPr>
              <a:t> </a:t>
            </a:r>
            <a:r>
              <a:rPr sz="2400" b="1" i="0" u="none" dirty="0" err="1">
                <a:solidFill>
                  <a:srgbClr val="261208"/>
                </a:solidFill>
                <a:latin typeface="+mj-lt"/>
              </a:rPr>
              <a:t>Belakang</a:t>
            </a:r>
            <a:r>
              <a:rPr sz="2400" b="1" i="0" u="none" dirty="0">
                <a:solidFill>
                  <a:srgbClr val="261208"/>
                </a:solidFill>
                <a:latin typeface="+mj-lt"/>
              </a:rPr>
              <a:t> &amp; Target Website </a:t>
            </a:r>
            <a:r>
              <a:rPr sz="2400" b="1" i="0" u="none" dirty="0" err="1">
                <a:solidFill>
                  <a:srgbClr val="261208"/>
                </a:solidFill>
                <a:latin typeface="+mj-lt"/>
              </a:rPr>
              <a:t>Warung</a:t>
            </a:r>
            <a:r>
              <a:rPr lang="en-US" sz="2400" b="1" i="0" u="none" dirty="0">
                <a:solidFill>
                  <a:srgbClr val="261208"/>
                </a:solidFill>
                <a:latin typeface="+mj-lt"/>
              </a:rPr>
              <a:t> </a:t>
            </a:r>
            <a:r>
              <a:rPr lang="en-US" sz="2400" b="1" i="0" u="none" dirty="0" err="1">
                <a:solidFill>
                  <a:srgbClr val="261208"/>
                </a:solidFill>
                <a:latin typeface="+mj-lt"/>
              </a:rPr>
              <a:t>Pojok</a:t>
            </a:r>
            <a:r>
              <a:rPr sz="2400" b="1" i="0" u="none" dirty="0">
                <a:solidFill>
                  <a:srgbClr val="261208"/>
                </a:solidFill>
                <a:latin typeface="+mj-lt"/>
              </a:rPr>
              <a:t> </a:t>
            </a:r>
            <a:r>
              <a:rPr sz="2400" b="1" i="0" u="none" dirty="0" err="1">
                <a:solidFill>
                  <a:srgbClr val="261208"/>
                </a:solidFill>
                <a:latin typeface="+mj-lt"/>
              </a:rPr>
              <a:t>Mba</a:t>
            </a:r>
            <a:r>
              <a:rPr sz="2400" b="1" i="0" u="none" dirty="0">
                <a:solidFill>
                  <a:srgbClr val="261208"/>
                </a:solidFill>
                <a:latin typeface="+mj-lt"/>
              </a:rPr>
              <a:t> </a:t>
            </a:r>
            <a:r>
              <a:rPr sz="2400" b="1" i="0" u="none" dirty="0" err="1">
                <a:solidFill>
                  <a:srgbClr val="261208"/>
                </a:solidFill>
                <a:latin typeface="+mj-lt"/>
              </a:rPr>
              <a:t>Sofy</a:t>
            </a:r>
            <a:endParaRPr sz="2400" b="1" i="0" u="none" dirty="0">
              <a:solidFill>
                <a:srgbClr val="261208"/>
              </a:solidFill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23925" y="3693021"/>
            <a:ext cx="117057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500" b="1" i="0" u="none" dirty="0" err="1">
                <a:solidFill>
                  <a:srgbClr val="261208"/>
                </a:solidFill>
                <a:latin typeface="+mj-lt"/>
              </a:rPr>
              <a:t>Latar</a:t>
            </a:r>
            <a:r>
              <a:rPr lang="en-US" sz="1500" b="1" i="0" u="none" dirty="0">
                <a:solidFill>
                  <a:srgbClr val="261208"/>
                </a:solidFill>
                <a:latin typeface="+mj-lt"/>
              </a:rPr>
              <a:t> </a:t>
            </a:r>
            <a:r>
              <a:rPr lang="en-US" sz="1500" b="1" i="0" u="none" dirty="0" err="1">
                <a:solidFill>
                  <a:srgbClr val="261208"/>
                </a:solidFill>
                <a:latin typeface="+mj-lt"/>
              </a:rPr>
              <a:t>Belakang</a:t>
            </a:r>
            <a:endParaRPr sz="1500" b="1" i="0" u="none" dirty="0">
              <a:solidFill>
                <a:srgbClr val="261208"/>
              </a:solidFill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3925" y="4026396"/>
            <a:ext cx="2971800" cy="715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ID" sz="1350" b="0" i="0" u="none" dirty="0" err="1">
                <a:solidFill>
                  <a:srgbClr val="57534E"/>
                </a:solidFill>
                <a:latin typeface="+mj-lt"/>
              </a:rPr>
              <a:t>Penyampaian</a:t>
            </a:r>
            <a:r>
              <a:rPr lang="en-ID" sz="1350" b="0" i="0" u="none" dirty="0">
                <a:solidFill>
                  <a:srgbClr val="57534E"/>
                </a:solidFill>
                <a:latin typeface="+mj-lt"/>
              </a:rPr>
              <a:t> </a:t>
            </a:r>
            <a:r>
              <a:rPr lang="en-ID" sz="1350" b="0" i="0" u="none" dirty="0" err="1">
                <a:solidFill>
                  <a:srgbClr val="57534E"/>
                </a:solidFill>
                <a:latin typeface="+mj-lt"/>
              </a:rPr>
              <a:t>informasi</a:t>
            </a:r>
            <a:r>
              <a:rPr lang="en-ID" sz="1350" b="0" i="0" u="none" dirty="0">
                <a:solidFill>
                  <a:srgbClr val="57534E"/>
                </a:solidFill>
                <a:latin typeface="+mj-lt"/>
              </a:rPr>
              <a:t> di </a:t>
            </a:r>
            <a:r>
              <a:rPr lang="en-ID" sz="1350" b="0" i="0" u="none" dirty="0" err="1">
                <a:solidFill>
                  <a:srgbClr val="57534E"/>
                </a:solidFill>
                <a:latin typeface="+mj-lt"/>
              </a:rPr>
              <a:t>Warung</a:t>
            </a:r>
            <a:r>
              <a:rPr lang="en-ID" sz="1350" b="0" i="0" u="none" dirty="0">
                <a:solidFill>
                  <a:srgbClr val="57534E"/>
                </a:solidFill>
                <a:latin typeface="+mj-lt"/>
              </a:rPr>
              <a:t> </a:t>
            </a:r>
            <a:r>
              <a:rPr lang="en-ID" sz="1350" b="0" i="0" u="none" dirty="0" err="1">
                <a:solidFill>
                  <a:srgbClr val="57534E"/>
                </a:solidFill>
                <a:latin typeface="+mj-lt"/>
              </a:rPr>
              <a:t>Pojok</a:t>
            </a:r>
            <a:r>
              <a:rPr lang="en-ID" sz="1350" b="0" i="0" u="none" dirty="0">
                <a:solidFill>
                  <a:srgbClr val="57534E"/>
                </a:solidFill>
                <a:latin typeface="+mj-lt"/>
              </a:rPr>
              <a:t> </a:t>
            </a:r>
            <a:r>
              <a:rPr lang="en-ID" sz="1350" b="0" i="0" u="none" dirty="0" err="1">
                <a:solidFill>
                  <a:srgbClr val="57534E"/>
                </a:solidFill>
                <a:latin typeface="+mj-lt"/>
              </a:rPr>
              <a:t>Mba</a:t>
            </a:r>
            <a:r>
              <a:rPr lang="en-ID" sz="1350" b="0" i="0" u="none" dirty="0">
                <a:solidFill>
                  <a:srgbClr val="57534E"/>
                </a:solidFill>
                <a:latin typeface="+mj-lt"/>
              </a:rPr>
              <a:t> </a:t>
            </a:r>
            <a:r>
              <a:rPr lang="en-ID" sz="1350" b="0" i="0" u="none" dirty="0" err="1">
                <a:solidFill>
                  <a:srgbClr val="57534E"/>
                </a:solidFill>
                <a:latin typeface="+mj-lt"/>
              </a:rPr>
              <a:t>Sofy</a:t>
            </a:r>
            <a:r>
              <a:rPr lang="en-ID" sz="1350" b="0" i="0" u="none" dirty="0">
                <a:solidFill>
                  <a:srgbClr val="57534E"/>
                </a:solidFill>
                <a:latin typeface="+mj-lt"/>
              </a:rPr>
              <a:t> </a:t>
            </a:r>
            <a:r>
              <a:rPr lang="en-ID" sz="1350" b="0" i="0" u="none" dirty="0" err="1">
                <a:solidFill>
                  <a:srgbClr val="57534E"/>
                </a:solidFill>
                <a:latin typeface="+mj-lt"/>
              </a:rPr>
              <a:t>saat</a:t>
            </a:r>
            <a:r>
              <a:rPr lang="en-ID" sz="1350" b="0" i="0" u="none" dirty="0">
                <a:solidFill>
                  <a:srgbClr val="57534E"/>
                </a:solidFill>
                <a:latin typeface="+mj-lt"/>
              </a:rPr>
              <a:t> </a:t>
            </a:r>
            <a:r>
              <a:rPr lang="en-ID" sz="1350" b="0" i="0" u="none" dirty="0" err="1">
                <a:solidFill>
                  <a:srgbClr val="57534E"/>
                </a:solidFill>
                <a:latin typeface="+mj-lt"/>
              </a:rPr>
              <a:t>ini</a:t>
            </a:r>
            <a:r>
              <a:rPr lang="en-ID" sz="1350" b="0" i="0" u="none" dirty="0">
                <a:solidFill>
                  <a:srgbClr val="57534E"/>
                </a:solidFill>
                <a:latin typeface="+mj-lt"/>
              </a:rPr>
              <a:t> </a:t>
            </a:r>
            <a:r>
              <a:rPr lang="en-ID" sz="1350" b="0" i="0" u="none" dirty="0" err="1">
                <a:solidFill>
                  <a:srgbClr val="57534E"/>
                </a:solidFill>
                <a:latin typeface="+mj-lt"/>
              </a:rPr>
              <a:t>masih</a:t>
            </a:r>
            <a:r>
              <a:rPr lang="en-ID" sz="1350" b="0" i="0" u="none" dirty="0">
                <a:solidFill>
                  <a:srgbClr val="57534E"/>
                </a:solidFill>
                <a:latin typeface="+mj-lt"/>
              </a:rPr>
              <a:t> </a:t>
            </a:r>
            <a:r>
              <a:rPr lang="en-ID" sz="1350" b="0" i="0" u="none" dirty="0" err="1">
                <a:solidFill>
                  <a:srgbClr val="57534E"/>
                </a:solidFill>
                <a:latin typeface="+mj-lt"/>
              </a:rPr>
              <a:t>dilakukan</a:t>
            </a:r>
            <a:r>
              <a:rPr lang="en-ID" sz="1350" b="0" i="0" u="none" dirty="0">
                <a:solidFill>
                  <a:srgbClr val="57534E"/>
                </a:solidFill>
                <a:latin typeface="+mj-lt"/>
              </a:rPr>
              <a:t> </a:t>
            </a:r>
            <a:r>
              <a:rPr lang="en-ID" sz="1350" b="0" i="0" u="none" dirty="0" err="1">
                <a:solidFill>
                  <a:srgbClr val="57534E"/>
                </a:solidFill>
                <a:latin typeface="+mj-lt"/>
              </a:rPr>
              <a:t>secara</a:t>
            </a:r>
            <a:r>
              <a:rPr lang="en-ID" sz="1350" b="0" i="0" u="none" dirty="0">
                <a:solidFill>
                  <a:srgbClr val="57534E"/>
                </a:solidFill>
                <a:latin typeface="+mj-lt"/>
              </a:rPr>
              <a:t> manual </a:t>
            </a:r>
            <a:r>
              <a:rPr lang="en-ID" sz="1350" b="0" i="0" u="none" dirty="0" err="1">
                <a:solidFill>
                  <a:srgbClr val="57534E"/>
                </a:solidFill>
                <a:latin typeface="+mj-lt"/>
              </a:rPr>
              <a:t>tanpa</a:t>
            </a:r>
            <a:r>
              <a:rPr lang="en-ID" sz="1350" b="0" i="0" u="none" dirty="0">
                <a:solidFill>
                  <a:srgbClr val="57534E"/>
                </a:solidFill>
                <a:latin typeface="+mj-lt"/>
              </a:rPr>
              <a:t> website </a:t>
            </a:r>
            <a:r>
              <a:rPr lang="en-ID" sz="1350" b="0" i="0" u="none" dirty="0" err="1">
                <a:solidFill>
                  <a:srgbClr val="57534E"/>
                </a:solidFill>
                <a:latin typeface="+mj-lt"/>
              </a:rPr>
              <a:t>resmi</a:t>
            </a:r>
            <a:r>
              <a:rPr lang="en-ID" sz="1350" b="0" i="0" u="none" dirty="0">
                <a:solidFill>
                  <a:srgbClr val="57534E"/>
                </a:solidFill>
                <a:latin typeface="+mj-lt"/>
              </a:rPr>
              <a:t>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693021"/>
            <a:ext cx="111678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61208"/>
                </a:solidFill>
                <a:latin typeface="+mj-lt"/>
              </a:rPr>
              <a:t>Tujuan Utama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4026396"/>
            <a:ext cx="29718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 dirty="0" err="1">
                <a:solidFill>
                  <a:srgbClr val="57534E"/>
                </a:solidFill>
                <a:latin typeface="+mj-lt"/>
              </a:rPr>
              <a:t>Memperkenalkan</a:t>
            </a:r>
            <a:r>
              <a:rPr sz="1350" b="0" i="0" u="none" dirty="0">
                <a:solidFill>
                  <a:srgbClr val="57534E"/>
                </a:solidFill>
                <a:latin typeface="+mj-lt"/>
              </a:rPr>
              <a:t> menu </a:t>
            </a:r>
            <a:r>
              <a:rPr lang="en-ID" sz="1350" b="0" i="0" u="none" dirty="0" err="1">
                <a:solidFill>
                  <a:srgbClr val="57534E"/>
                </a:solidFill>
                <a:latin typeface="+mj-lt"/>
              </a:rPr>
              <a:t>Warung</a:t>
            </a:r>
            <a:r>
              <a:rPr lang="en-ID" sz="1350" b="0" i="0" u="none" dirty="0">
                <a:solidFill>
                  <a:srgbClr val="57534E"/>
                </a:solidFill>
                <a:latin typeface="+mj-lt"/>
              </a:rPr>
              <a:t> </a:t>
            </a:r>
            <a:r>
              <a:rPr lang="en-ID" sz="1350" b="0" i="0" u="none" dirty="0" err="1">
                <a:solidFill>
                  <a:srgbClr val="57534E"/>
                </a:solidFill>
                <a:latin typeface="+mj-lt"/>
              </a:rPr>
              <a:t>Pojok</a:t>
            </a:r>
            <a:r>
              <a:rPr lang="en-ID" sz="1350" b="0" i="0" u="none" dirty="0">
                <a:solidFill>
                  <a:srgbClr val="57534E"/>
                </a:solidFill>
                <a:latin typeface="+mj-lt"/>
              </a:rPr>
              <a:t> </a:t>
            </a:r>
            <a:r>
              <a:rPr lang="en-ID" sz="1350" b="0" i="0" u="none" dirty="0" err="1">
                <a:solidFill>
                  <a:srgbClr val="57534E"/>
                </a:solidFill>
                <a:latin typeface="+mj-lt"/>
              </a:rPr>
              <a:t>Mba</a:t>
            </a:r>
            <a:r>
              <a:rPr lang="en-ID" sz="1350" b="0" i="0" u="none" dirty="0">
                <a:solidFill>
                  <a:srgbClr val="57534E"/>
                </a:solidFill>
                <a:latin typeface="+mj-lt"/>
              </a:rPr>
              <a:t> </a:t>
            </a:r>
            <a:r>
              <a:rPr lang="en-ID" sz="1350" b="0" i="0" u="none" dirty="0" err="1">
                <a:solidFill>
                  <a:srgbClr val="57534E"/>
                </a:solidFill>
                <a:latin typeface="+mj-lt"/>
              </a:rPr>
              <a:t>Sofy</a:t>
            </a:r>
            <a:r>
              <a:rPr lang="en-ID" sz="1350" b="0" i="0" u="none" dirty="0">
                <a:solidFill>
                  <a:srgbClr val="57534E"/>
                </a:solidFill>
                <a:latin typeface="+mj-lt"/>
              </a:rPr>
              <a:t> </a:t>
            </a:r>
            <a:r>
              <a:rPr sz="1350" b="0" i="0" u="none" dirty="0">
                <a:solidFill>
                  <a:srgbClr val="57534E"/>
                </a:solidFill>
                <a:latin typeface="+mj-lt"/>
              </a:rPr>
              <a:t>dan </a:t>
            </a:r>
            <a:r>
              <a:rPr sz="1350" b="0" i="0" u="none" dirty="0" err="1">
                <a:solidFill>
                  <a:srgbClr val="57534E"/>
                </a:solidFill>
                <a:latin typeface="+mj-lt"/>
              </a:rPr>
              <a:t>mempermudah</a:t>
            </a:r>
            <a:r>
              <a:rPr sz="1350" b="0" i="0" u="none" dirty="0">
                <a:solidFill>
                  <a:srgbClr val="57534E"/>
                </a:solidFill>
                <a:latin typeface="+mj-lt"/>
              </a:rPr>
              <a:t> </a:t>
            </a:r>
            <a:r>
              <a:rPr sz="1350" b="0" i="0" u="none" dirty="0" err="1">
                <a:solidFill>
                  <a:srgbClr val="57534E"/>
                </a:solidFill>
                <a:latin typeface="+mj-lt"/>
              </a:rPr>
              <a:t>akses</a:t>
            </a:r>
            <a:r>
              <a:rPr sz="1350" b="0" i="0" u="none" dirty="0">
                <a:solidFill>
                  <a:srgbClr val="57534E"/>
                </a:solidFill>
                <a:latin typeface="+mj-lt"/>
              </a:rPr>
              <a:t> </a:t>
            </a:r>
            <a:r>
              <a:rPr sz="1350" b="0" i="0" u="none" dirty="0" err="1">
                <a:solidFill>
                  <a:srgbClr val="57534E"/>
                </a:solidFill>
                <a:latin typeface="+mj-lt"/>
              </a:rPr>
              <a:t>lokasi</a:t>
            </a:r>
            <a:r>
              <a:rPr sz="1350" b="0" i="0" u="none" dirty="0">
                <a:solidFill>
                  <a:srgbClr val="57534E"/>
                </a:solidFill>
                <a:latin typeface="+mj-lt"/>
              </a:rPr>
              <a:t> </a:t>
            </a:r>
            <a:r>
              <a:rPr sz="1350" b="0" i="0" u="none" dirty="0" err="1">
                <a:solidFill>
                  <a:srgbClr val="57534E"/>
                </a:solidFill>
                <a:latin typeface="+mj-lt"/>
              </a:rPr>
              <a:t>serta</a:t>
            </a:r>
            <a:r>
              <a:rPr sz="1350" b="0" i="0" u="none" dirty="0">
                <a:solidFill>
                  <a:srgbClr val="57534E"/>
                </a:solidFill>
                <a:latin typeface="+mj-lt"/>
              </a:rPr>
              <a:t> </a:t>
            </a:r>
            <a:r>
              <a:rPr sz="1350" b="0" i="0" u="none" dirty="0" err="1">
                <a:solidFill>
                  <a:srgbClr val="57534E"/>
                </a:solidFill>
                <a:latin typeface="+mj-lt"/>
              </a:rPr>
              <a:t>pemesanan</a:t>
            </a:r>
            <a:r>
              <a:rPr sz="1350" b="0" i="0" u="none" dirty="0">
                <a:solidFill>
                  <a:srgbClr val="57534E"/>
                </a:solidFill>
                <a:latin typeface="+mj-lt"/>
              </a:rPr>
              <a:t> </a:t>
            </a:r>
            <a:r>
              <a:rPr sz="1350" b="0" i="0" u="none" dirty="0" err="1">
                <a:solidFill>
                  <a:srgbClr val="57534E"/>
                </a:solidFill>
                <a:latin typeface="+mj-lt"/>
              </a:rPr>
              <a:t>pelanggan</a:t>
            </a:r>
            <a:r>
              <a:rPr sz="1350" b="0" i="0" u="none" dirty="0">
                <a:solidFill>
                  <a:srgbClr val="57534E"/>
                </a:solidFill>
                <a:latin typeface="+mj-lt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693021"/>
            <a:ext cx="131843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61208"/>
                </a:solidFill>
                <a:latin typeface="+mj-lt"/>
              </a:rPr>
              <a:t>Target Pengguna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026396"/>
            <a:ext cx="2971800" cy="715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0" i="0" u="none" dirty="0" err="1">
                <a:solidFill>
                  <a:srgbClr val="57534E"/>
                </a:solidFill>
                <a:latin typeface="+mj-lt"/>
              </a:rPr>
              <a:t>Pelanggan</a:t>
            </a:r>
            <a:r>
              <a:rPr lang="en-US" sz="1350" b="0" i="0" u="none" dirty="0">
                <a:solidFill>
                  <a:srgbClr val="57534E"/>
                </a:solidFill>
                <a:latin typeface="+mj-lt"/>
              </a:rPr>
              <a:t> </a:t>
            </a:r>
            <a:r>
              <a:rPr lang="en-US" sz="1350" b="0" i="0" u="none" dirty="0" err="1">
                <a:solidFill>
                  <a:srgbClr val="57534E"/>
                </a:solidFill>
                <a:latin typeface="+mj-lt"/>
              </a:rPr>
              <a:t>Warung</a:t>
            </a:r>
            <a:r>
              <a:rPr lang="en-US" sz="1350" b="0" i="0" u="none" dirty="0">
                <a:solidFill>
                  <a:srgbClr val="57534E"/>
                </a:solidFill>
                <a:latin typeface="+mj-lt"/>
              </a:rPr>
              <a:t> </a:t>
            </a:r>
            <a:r>
              <a:rPr lang="en-US" sz="1350" b="0" i="0" u="none" dirty="0" err="1">
                <a:solidFill>
                  <a:srgbClr val="57534E"/>
                </a:solidFill>
                <a:latin typeface="+mj-lt"/>
              </a:rPr>
              <a:t>Pojok</a:t>
            </a:r>
            <a:r>
              <a:rPr lang="en-US" sz="1350" b="0" i="0" u="none" dirty="0">
                <a:solidFill>
                  <a:srgbClr val="57534E"/>
                </a:solidFill>
                <a:latin typeface="+mj-lt"/>
              </a:rPr>
              <a:t> </a:t>
            </a:r>
            <a:r>
              <a:rPr lang="en-US" sz="1350" b="0" i="0" u="none" dirty="0" err="1">
                <a:solidFill>
                  <a:srgbClr val="57534E"/>
                </a:solidFill>
                <a:latin typeface="+mj-lt"/>
              </a:rPr>
              <a:t>Mba</a:t>
            </a:r>
            <a:r>
              <a:rPr lang="en-US" sz="1350" b="0" i="0" u="none" dirty="0">
                <a:solidFill>
                  <a:srgbClr val="57534E"/>
                </a:solidFill>
                <a:latin typeface="+mj-lt"/>
              </a:rPr>
              <a:t> </a:t>
            </a:r>
            <a:r>
              <a:rPr lang="en-US" sz="1350" b="0" i="0" u="none" dirty="0" err="1">
                <a:solidFill>
                  <a:srgbClr val="57534E"/>
                </a:solidFill>
                <a:latin typeface="+mj-lt"/>
              </a:rPr>
              <a:t>Sofy</a:t>
            </a:r>
            <a:r>
              <a:rPr lang="en-US" sz="1350" b="0" i="0" u="none" dirty="0">
                <a:solidFill>
                  <a:srgbClr val="57534E"/>
                </a:solidFill>
                <a:latin typeface="+mj-lt"/>
              </a:rPr>
              <a:t>, </a:t>
            </a:r>
            <a:r>
              <a:rPr lang="en-US" sz="1350" dirty="0" err="1">
                <a:solidFill>
                  <a:srgbClr val="57534E"/>
                </a:solidFill>
                <a:latin typeface="+mj-lt"/>
              </a:rPr>
              <a:t>m</a:t>
            </a:r>
            <a:r>
              <a:rPr sz="1350" b="0" i="0" u="none" dirty="0" err="1">
                <a:solidFill>
                  <a:srgbClr val="57534E"/>
                </a:solidFill>
                <a:latin typeface="+mj-lt"/>
              </a:rPr>
              <a:t>asyarakat</a:t>
            </a:r>
            <a:r>
              <a:rPr sz="1350" b="0" i="0" u="none" dirty="0">
                <a:solidFill>
                  <a:srgbClr val="57534E"/>
                </a:solidFill>
                <a:latin typeface="+mj-lt"/>
              </a:rPr>
              <a:t> </a:t>
            </a:r>
            <a:r>
              <a:rPr sz="1350" b="0" i="0" u="none" dirty="0" err="1">
                <a:solidFill>
                  <a:srgbClr val="57534E"/>
                </a:solidFill>
                <a:latin typeface="+mj-lt"/>
              </a:rPr>
              <a:t>sekitar</a:t>
            </a:r>
            <a:r>
              <a:rPr sz="1350" b="0" i="0" u="none" dirty="0">
                <a:solidFill>
                  <a:srgbClr val="57534E"/>
                </a:solidFill>
                <a:latin typeface="+mj-lt"/>
              </a:rPr>
              <a:t>, </a:t>
            </a:r>
            <a:r>
              <a:rPr sz="1350" b="0" i="0" u="none" dirty="0" err="1">
                <a:solidFill>
                  <a:srgbClr val="57534E"/>
                </a:solidFill>
                <a:latin typeface="+mj-lt"/>
              </a:rPr>
              <a:t>mahasiswa</a:t>
            </a:r>
            <a:r>
              <a:rPr lang="en-US" sz="1350" b="0" i="0" u="none" dirty="0">
                <a:solidFill>
                  <a:srgbClr val="57534E"/>
                </a:solidFill>
                <a:latin typeface="+mj-lt"/>
              </a:rPr>
              <a:t>, </a:t>
            </a:r>
            <a:r>
              <a:rPr lang="en-US" sz="1350" b="0" i="0" u="none" dirty="0" err="1">
                <a:solidFill>
                  <a:srgbClr val="57534E"/>
                </a:solidFill>
                <a:latin typeface="+mj-lt"/>
              </a:rPr>
              <a:t>dosen</a:t>
            </a:r>
            <a:r>
              <a:rPr lang="en-US" sz="1350" b="0" i="0" u="none" dirty="0">
                <a:solidFill>
                  <a:srgbClr val="57534E"/>
                </a:solidFill>
                <a:latin typeface="+mj-lt"/>
              </a:rPr>
              <a:t>, staff.</a:t>
            </a:r>
            <a:endParaRPr sz="1350" b="0" i="0" u="none" dirty="0">
              <a:solidFill>
                <a:srgbClr val="57534E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09600" y="457200"/>
            <a:ext cx="113653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C2410C"/>
                </a:solidFill>
                <a:latin typeface="+mj-lt"/>
              </a:rPr>
              <a:t>STYLEGUIDE DESAIN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402462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261208"/>
                </a:solidFill>
                <a:latin typeface="+mj-lt"/>
              </a:rPr>
              <a:t>Palet</a:t>
            </a:r>
            <a:r>
              <a:rPr sz="2400" b="1" i="0" u="none" dirty="0">
                <a:solidFill>
                  <a:srgbClr val="261208"/>
                </a:solidFill>
                <a:latin typeface="+mj-lt"/>
              </a:rPr>
              <a:t> </a:t>
            </a:r>
            <a:r>
              <a:rPr sz="2400" b="1" i="0" u="none" dirty="0" err="1">
                <a:solidFill>
                  <a:srgbClr val="261208"/>
                </a:solidFill>
                <a:latin typeface="+mj-lt"/>
              </a:rPr>
              <a:t>Warna</a:t>
            </a:r>
            <a:r>
              <a:rPr sz="2400" b="1" i="0" u="none" dirty="0">
                <a:solidFill>
                  <a:srgbClr val="261208"/>
                </a:solidFill>
                <a:latin typeface="+mj-lt"/>
              </a:rPr>
              <a:t> </a:t>
            </a:r>
            <a:r>
              <a:rPr sz="2400" b="1" i="0" u="none" dirty="0" err="1">
                <a:solidFill>
                  <a:srgbClr val="261208"/>
                </a:solidFill>
                <a:latin typeface="+mj-lt"/>
              </a:rPr>
              <a:t>Kuliner</a:t>
            </a:r>
            <a:r>
              <a:rPr sz="2400" b="1" i="0" u="none" dirty="0">
                <a:solidFill>
                  <a:srgbClr val="261208"/>
                </a:solidFill>
                <a:latin typeface="+mj-lt"/>
              </a:rPr>
              <a:t> &amp; </a:t>
            </a:r>
            <a:r>
              <a:rPr sz="2400" b="1" i="0" u="none" dirty="0" err="1">
                <a:solidFill>
                  <a:srgbClr val="261208"/>
                </a:solidFill>
                <a:latin typeface="+mj-lt"/>
              </a:rPr>
              <a:t>Tipografi</a:t>
            </a:r>
            <a:endParaRPr sz="2400" b="1" i="0" u="none" dirty="0">
              <a:solidFill>
                <a:srgbClr val="261208"/>
              </a:solidFill>
              <a:latin typeface="+mj-lt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7331916-FB85-4E0F-8758-6488B5676D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3968"/>
          <a:stretch/>
        </p:blipFill>
        <p:spPr>
          <a:xfrm>
            <a:off x="1768252" y="1498361"/>
            <a:ext cx="8655495" cy="3073639"/>
          </a:xfrm>
          <a:prstGeom prst="rect">
            <a:avLst/>
          </a:prstGeom>
        </p:spPr>
      </p:pic>
      <p:sp>
        <p:nvSpPr>
          <p:cNvPr id="13" name="Rounded Rectangle 1">
            <a:extLst>
              <a:ext uri="{FF2B5EF4-FFF2-40B4-BE49-F238E27FC236}">
                <a16:creationId xmlns:a16="http://schemas.microsoft.com/office/drawing/2014/main" id="{CBD2381D-26C5-4DF3-8254-9B0CA0D678A4}"/>
              </a:ext>
            </a:extLst>
          </p:cNvPr>
          <p:cNvSpPr/>
          <p:nvPr/>
        </p:nvSpPr>
        <p:spPr>
          <a:xfrm>
            <a:off x="690748" y="4736694"/>
            <a:ext cx="10972800" cy="1449437"/>
          </a:xfrm>
          <a:prstGeom prst="roundRect">
            <a:avLst>
              <a:gd name="adj" fmla="val 5257"/>
            </a:avLst>
          </a:prstGeom>
          <a:solidFill>
            <a:srgbClr val="FD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BB51F6-8FF0-4BE6-809C-6539DE4120F4}"/>
              </a:ext>
            </a:extLst>
          </p:cNvPr>
          <p:cNvSpPr/>
          <p:nvPr/>
        </p:nvSpPr>
        <p:spPr>
          <a:xfrm>
            <a:off x="690748" y="4736694"/>
            <a:ext cx="47625" cy="1449437"/>
          </a:xfrm>
          <a:prstGeom prst="rect">
            <a:avLst/>
          </a:prstGeom>
          <a:solidFill>
            <a:srgbClr val="CA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>
              <a:latin typeface="+mj-lt"/>
            </a:endParaRPr>
          </a:p>
        </p:txBody>
      </p:sp>
      <p:sp>
        <p:nvSpPr>
          <p:cNvPr id="15" name="TextBox 35">
            <a:extLst>
              <a:ext uri="{FF2B5EF4-FFF2-40B4-BE49-F238E27FC236}">
                <a16:creationId xmlns:a16="http://schemas.microsoft.com/office/drawing/2014/main" id="{DBD810D9-97B7-4A51-AAE4-CEDB4F33AF45}"/>
              </a:ext>
            </a:extLst>
          </p:cNvPr>
          <p:cNvSpPr txBox="1"/>
          <p:nvPr/>
        </p:nvSpPr>
        <p:spPr>
          <a:xfrm>
            <a:off x="928873" y="4873068"/>
            <a:ext cx="138146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i="0" u="none" dirty="0" err="1">
                <a:solidFill>
                  <a:srgbClr val="CA762B"/>
                </a:solidFill>
                <a:latin typeface="+mj-lt"/>
              </a:rPr>
              <a:t>Aturan</a:t>
            </a:r>
            <a:r>
              <a:rPr sz="1600" b="1" i="0" u="none" dirty="0">
                <a:solidFill>
                  <a:srgbClr val="CA762B"/>
                </a:solidFill>
                <a:latin typeface="+mj-lt"/>
              </a:rPr>
              <a:t> </a:t>
            </a:r>
            <a:r>
              <a:rPr sz="1600" b="1" i="0" u="none" dirty="0" err="1">
                <a:solidFill>
                  <a:srgbClr val="CA762B"/>
                </a:solidFill>
                <a:latin typeface="+mj-lt"/>
              </a:rPr>
              <a:t>Tipografi</a:t>
            </a:r>
            <a:endParaRPr sz="1600" b="1" i="0" u="none" dirty="0">
              <a:solidFill>
                <a:srgbClr val="CA762B"/>
              </a:solidFill>
              <a:latin typeface="+mj-lt"/>
            </a:endParaRPr>
          </a:p>
        </p:txBody>
      </p:sp>
      <p:sp>
        <p:nvSpPr>
          <p:cNvPr id="16" name="TextBox 36">
            <a:extLst>
              <a:ext uri="{FF2B5EF4-FFF2-40B4-BE49-F238E27FC236}">
                <a16:creationId xmlns:a16="http://schemas.microsoft.com/office/drawing/2014/main" id="{C1FA6A73-17B5-40CA-AA95-B651C3A6CD0F}"/>
              </a:ext>
            </a:extLst>
          </p:cNvPr>
          <p:cNvSpPr txBox="1"/>
          <p:nvPr/>
        </p:nvSpPr>
        <p:spPr>
          <a:xfrm>
            <a:off x="928873" y="5302317"/>
            <a:ext cx="2420663" cy="2041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79"/>
              </a:lnSpc>
            </a:pPr>
            <a:r>
              <a:rPr sz="1200" b="1" i="0" u="none" dirty="0">
                <a:solidFill>
                  <a:srgbClr val="3A2210"/>
                </a:solidFill>
                <a:latin typeface="+mj-lt"/>
              </a:rPr>
              <a:t>Font Family:</a:t>
            </a:r>
            <a:r>
              <a:rPr sz="1200" b="0" i="0" u="none" dirty="0">
                <a:solidFill>
                  <a:srgbClr val="3A2210"/>
                </a:solidFill>
                <a:latin typeface="+mj-lt"/>
              </a:rPr>
              <a:t> Arial, Helvetica, sans-serif</a:t>
            </a:r>
          </a:p>
        </p:txBody>
      </p:sp>
      <p:sp>
        <p:nvSpPr>
          <p:cNvPr id="17" name="TextBox 37">
            <a:extLst>
              <a:ext uri="{FF2B5EF4-FFF2-40B4-BE49-F238E27FC236}">
                <a16:creationId xmlns:a16="http://schemas.microsoft.com/office/drawing/2014/main" id="{9B90C16F-CEA7-4F4B-BE27-DD8FFDB5A373}"/>
              </a:ext>
            </a:extLst>
          </p:cNvPr>
          <p:cNvSpPr txBox="1"/>
          <p:nvPr/>
        </p:nvSpPr>
        <p:spPr>
          <a:xfrm>
            <a:off x="928873" y="5569090"/>
            <a:ext cx="5625130" cy="2041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A2210"/>
                </a:solidFill>
                <a:latin typeface="+mj-lt"/>
              </a:rPr>
              <a:t>Nama Brand Header (h1):</a:t>
            </a:r>
            <a:r>
              <a:rPr sz="1200" b="0" i="0" u="none">
                <a:solidFill>
                  <a:srgbClr val="3A2210"/>
                </a:solidFill>
                <a:latin typeface="+mj-lt"/>
              </a:rPr>
              <a:t> 20px, Bold, #fff8f0 | </a:t>
            </a:r>
            <a:r>
              <a:rPr sz="1200" b="1" i="0" u="none">
                <a:solidFill>
                  <a:srgbClr val="3A2210"/>
                </a:solidFill>
                <a:latin typeface="+mj-lt"/>
              </a:rPr>
              <a:t>Judul Halaman (h2):</a:t>
            </a:r>
            <a:r>
              <a:rPr sz="1200" b="0" i="0" u="none">
                <a:solidFill>
                  <a:srgbClr val="3A2210"/>
                </a:solidFill>
                <a:latin typeface="+mj-lt"/>
              </a:rPr>
              <a:t> 1.5em, Bold, #c65605</a:t>
            </a:r>
          </a:p>
        </p:txBody>
      </p:sp>
      <p:sp>
        <p:nvSpPr>
          <p:cNvPr id="18" name="TextBox 38">
            <a:extLst>
              <a:ext uri="{FF2B5EF4-FFF2-40B4-BE49-F238E27FC236}">
                <a16:creationId xmlns:a16="http://schemas.microsoft.com/office/drawing/2014/main" id="{BB627680-4094-4080-8FE1-A915AFD4E40C}"/>
              </a:ext>
            </a:extLst>
          </p:cNvPr>
          <p:cNvSpPr txBox="1"/>
          <p:nvPr/>
        </p:nvSpPr>
        <p:spPr>
          <a:xfrm>
            <a:off x="928873" y="5820461"/>
            <a:ext cx="4121449" cy="2041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A2210"/>
                </a:solidFill>
                <a:latin typeface="+mj-lt"/>
              </a:rPr>
              <a:t>Body Text:</a:t>
            </a:r>
            <a:r>
              <a:rPr sz="1200" b="0" i="0" u="none">
                <a:solidFill>
                  <a:srgbClr val="3A2210"/>
                </a:solidFill>
                <a:latin typeface="+mj-lt"/>
              </a:rPr>
              <a:t> 15px, Line-height 1.6, Alignment Justify, Color #3a2210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09600" y="457200"/>
            <a:ext cx="104195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C2410C"/>
                </a:solidFill>
                <a:latin typeface="+mj-lt"/>
              </a:rPr>
              <a:t>FLOW &amp;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44898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i="0" u="none" dirty="0">
                <a:solidFill>
                  <a:srgbClr val="261208"/>
                </a:solidFill>
                <a:latin typeface="+mj-lt"/>
              </a:rPr>
              <a:t>Home page</a:t>
            </a:r>
            <a:endParaRPr sz="2400" b="1" i="0" u="none" dirty="0">
              <a:solidFill>
                <a:srgbClr val="261208"/>
              </a:solidFill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27EAF3-7356-4F2C-8FCB-0033B589B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622" y="129191"/>
            <a:ext cx="5725378" cy="659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010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09600" y="457200"/>
            <a:ext cx="104195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C2410C"/>
                </a:solidFill>
                <a:latin typeface="+mj-lt"/>
              </a:rPr>
              <a:t>FLOW &amp;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279640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i="0" u="none" dirty="0">
                <a:solidFill>
                  <a:srgbClr val="261208"/>
                </a:solidFill>
                <a:latin typeface="+mj-lt"/>
              </a:rPr>
              <a:t>Dropdown Navigation</a:t>
            </a:r>
            <a:endParaRPr sz="2400" b="1" i="0" u="none" dirty="0">
              <a:solidFill>
                <a:srgbClr val="261208"/>
              </a:solidFill>
              <a:latin typeface="+mj-lt"/>
            </a:endParaRP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4D1FDB82-36E9-4A76-8E6C-1D0EA7E29824}"/>
              </a:ext>
            </a:extLst>
          </p:cNvPr>
          <p:cNvCxnSpPr>
            <a:cxnSpLocks/>
          </p:cNvCxnSpPr>
          <p:nvPr/>
        </p:nvCxnSpPr>
        <p:spPr>
          <a:xfrm rot="5400000">
            <a:off x="8527337" y="3191631"/>
            <a:ext cx="981931" cy="240075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24C4408-B17E-4E57-BB24-1447440D5E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45" t="1992" r="1285"/>
          <a:stretch/>
        </p:blipFill>
        <p:spPr>
          <a:xfrm>
            <a:off x="450850" y="1161387"/>
            <a:ext cx="7689850" cy="16223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582CC2-8A1E-4B06-896B-DD89990466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" t="503" r="-40" b="46904"/>
          <a:stretch/>
        </p:blipFill>
        <p:spPr>
          <a:xfrm>
            <a:off x="8249660" y="68154"/>
            <a:ext cx="3839985" cy="38088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E7B398C-190B-4907-8220-EC74B267AB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241"/>
          <a:stretch/>
        </p:blipFill>
        <p:spPr>
          <a:xfrm>
            <a:off x="3657600" y="2966880"/>
            <a:ext cx="4160324" cy="366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333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09600" y="457200"/>
            <a:ext cx="104195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C2410C"/>
                </a:solidFill>
                <a:latin typeface="+mj-lt"/>
              </a:rPr>
              <a:t>FLOW &amp;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46540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i="0" u="none" dirty="0">
                <a:solidFill>
                  <a:srgbClr val="261208"/>
                </a:solidFill>
                <a:latin typeface="+mj-lt"/>
              </a:rPr>
              <a:t>Page About</a:t>
            </a:r>
            <a:endParaRPr sz="2400" b="1" i="0" u="none" dirty="0">
              <a:solidFill>
                <a:srgbClr val="261208"/>
              </a:solidFill>
              <a:latin typeface="+mj-lt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D2DFC2D-A47E-40DC-8638-4A683511E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117" y="130533"/>
            <a:ext cx="6677766" cy="65969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D82697-EEAC-4EC8-922E-D14CAD7F4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5174"/>
            <a:ext cx="11334750" cy="63921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467886-AD11-4112-9314-21B52F2335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648" t="44038" r="12391" b="52484"/>
          <a:stretch/>
        </p:blipFill>
        <p:spPr>
          <a:xfrm>
            <a:off x="7723910" y="3317820"/>
            <a:ext cx="2262502" cy="2223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B5F24F-9879-4EE9-8094-875D6A8AB29E}"/>
              </a:ext>
            </a:extLst>
          </p:cNvPr>
          <p:cNvSpPr txBox="1"/>
          <p:nvPr/>
        </p:nvSpPr>
        <p:spPr>
          <a:xfrm>
            <a:off x="7622310" y="3230001"/>
            <a:ext cx="61277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sz="1600" b="1" i="0" dirty="0">
                <a:solidFill>
                  <a:srgbClr val="C65605"/>
                </a:solidFill>
                <a:effectLst/>
                <a:latin typeface="+mj-lt"/>
              </a:rPr>
              <a:t>Muhammad </a:t>
            </a:r>
            <a:r>
              <a:rPr lang="en-ID" sz="1600" b="1" i="0" dirty="0" err="1">
                <a:solidFill>
                  <a:srgbClr val="C65605"/>
                </a:solidFill>
                <a:effectLst/>
                <a:latin typeface="+mj-lt"/>
              </a:rPr>
              <a:t>Ubait</a:t>
            </a:r>
            <a:r>
              <a:rPr lang="en-ID" sz="1600" b="1" i="0" dirty="0">
                <a:solidFill>
                  <a:srgbClr val="C65605"/>
                </a:solidFill>
                <a:effectLst/>
                <a:latin typeface="+mj-lt"/>
              </a:rPr>
              <a:t> </a:t>
            </a:r>
            <a:r>
              <a:rPr lang="en-ID" sz="1600" b="1" i="0" dirty="0" err="1">
                <a:solidFill>
                  <a:srgbClr val="C65605"/>
                </a:solidFill>
                <a:effectLst/>
                <a:latin typeface="+mj-lt"/>
              </a:rPr>
              <a:t>Dhaifullah</a:t>
            </a:r>
            <a:endParaRPr lang="en-ID" sz="1600" b="1" i="0" dirty="0">
              <a:solidFill>
                <a:srgbClr val="C65605"/>
              </a:solidFill>
              <a:effectLst/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C0B0BF-AEB5-4179-8541-6EBDC39C4F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648" t="44038" r="12391" b="52484"/>
          <a:stretch/>
        </p:blipFill>
        <p:spPr>
          <a:xfrm>
            <a:off x="7654060" y="4308878"/>
            <a:ext cx="2262502" cy="2223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128FED-5864-456F-81C1-7CD5D0E6DA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648" t="44038" r="23140" b="52484"/>
          <a:stretch/>
        </p:blipFill>
        <p:spPr>
          <a:xfrm>
            <a:off x="9730510" y="4086519"/>
            <a:ext cx="1044160" cy="22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624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1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950911" y="2108787"/>
            <a:ext cx="3893359" cy="1076327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>
              <a:latin typeface="+mj-lt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118789" y="4122215"/>
            <a:ext cx="3507581" cy="930623"/>
          </a:xfrm>
          <a:prstGeom prst="roundRect">
            <a:avLst>
              <a:gd name="adj" fmla="val 17021"/>
            </a:avLst>
          </a:prstGeom>
          <a:solidFill>
            <a:srgbClr val="431407"/>
          </a:solidFill>
          <a:ln w="9525">
            <a:solidFill>
              <a:srgbClr val="783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914" y="4274615"/>
            <a:ext cx="190500" cy="15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50911" y="2277618"/>
            <a:ext cx="3900071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 dirty="0">
                <a:solidFill>
                  <a:srgbClr val="FFFFFF"/>
                </a:solidFill>
                <a:latin typeface="+mj-lt"/>
              </a:rPr>
              <a:t>TERIMA KASIH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27789" y="3499915"/>
            <a:ext cx="6136424" cy="271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>
                <a:solidFill>
                  <a:srgbClr val="FED7AA"/>
                </a:solidFill>
                <a:latin typeface="+mj-lt"/>
              </a:rPr>
              <a:t>Website </a:t>
            </a:r>
            <a:r>
              <a:rPr lang="en-ID" sz="1500" b="0" i="0" u="none" dirty="0" err="1">
                <a:solidFill>
                  <a:srgbClr val="FED7AA"/>
                </a:solidFill>
                <a:latin typeface="+mj-lt"/>
              </a:rPr>
              <a:t>Profil</a:t>
            </a:r>
            <a:r>
              <a:rPr lang="en-ID" sz="1500" b="0" i="0" u="none" dirty="0">
                <a:solidFill>
                  <a:srgbClr val="FED7AA"/>
                </a:solidFill>
                <a:latin typeface="+mj-lt"/>
              </a:rPr>
              <a:t> &amp; </a:t>
            </a:r>
            <a:r>
              <a:rPr lang="en-ID" sz="1500" b="0" i="0" u="none" dirty="0" err="1">
                <a:solidFill>
                  <a:srgbClr val="FED7AA"/>
                </a:solidFill>
                <a:latin typeface="+mj-lt"/>
              </a:rPr>
              <a:t>Katalog</a:t>
            </a:r>
            <a:r>
              <a:rPr lang="en-ID" sz="1500" b="0" i="0" u="none" dirty="0">
                <a:solidFill>
                  <a:srgbClr val="FED7AA"/>
                </a:solidFill>
                <a:latin typeface="+mj-lt"/>
              </a:rPr>
              <a:t> UMKM </a:t>
            </a:r>
            <a:r>
              <a:rPr sz="1500" b="0" i="0" u="none" dirty="0" err="1">
                <a:solidFill>
                  <a:srgbClr val="FED7AA"/>
                </a:solidFill>
                <a:latin typeface="+mj-lt"/>
              </a:rPr>
              <a:t>Warung</a:t>
            </a:r>
            <a:r>
              <a:rPr sz="1500" b="0" i="0" u="none" dirty="0">
                <a:solidFill>
                  <a:srgbClr val="FED7AA"/>
                </a:solidFill>
                <a:latin typeface="+mj-lt"/>
              </a:rPr>
              <a:t> </a:t>
            </a:r>
            <a:r>
              <a:rPr lang="en-US" sz="1500" b="0" i="0" u="none" dirty="0" err="1">
                <a:solidFill>
                  <a:srgbClr val="FED7AA"/>
                </a:solidFill>
                <a:latin typeface="+mj-lt"/>
              </a:rPr>
              <a:t>Pojok</a:t>
            </a:r>
            <a:r>
              <a:rPr lang="en-US" sz="1500" b="0" i="0" u="none" dirty="0">
                <a:solidFill>
                  <a:srgbClr val="FED7AA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FED7AA"/>
                </a:solidFill>
                <a:latin typeface="+mj-lt"/>
              </a:rPr>
              <a:t>Mba</a:t>
            </a:r>
            <a:r>
              <a:rPr sz="1500" b="0" i="0" u="none" dirty="0">
                <a:solidFill>
                  <a:srgbClr val="FED7AA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FED7AA"/>
                </a:solidFill>
                <a:latin typeface="+mj-lt"/>
              </a:rPr>
              <a:t>Sofy</a:t>
            </a:r>
            <a:r>
              <a:rPr sz="1500" b="0" i="0" u="none" dirty="0">
                <a:solidFill>
                  <a:srgbClr val="FED7AA"/>
                </a:solidFill>
                <a:latin typeface="+mj-lt"/>
              </a:rPr>
              <a:t> — </a:t>
            </a:r>
            <a:r>
              <a:rPr sz="1500" b="0" i="0" u="none" dirty="0" err="1">
                <a:solidFill>
                  <a:srgbClr val="FED7AA"/>
                </a:solidFill>
                <a:latin typeface="+mj-lt"/>
              </a:rPr>
              <a:t>Kelompok</a:t>
            </a:r>
            <a:r>
              <a:rPr sz="1500" b="0" i="0" u="none" dirty="0">
                <a:solidFill>
                  <a:srgbClr val="FED7AA"/>
                </a:solidFill>
                <a:latin typeface="+mj-lt"/>
              </a:rPr>
              <a:t> 9 || SI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911" y="4236515"/>
            <a:ext cx="350758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 err="1">
                <a:solidFill>
                  <a:srgbClr val="FFEDD5"/>
                </a:solidFill>
                <a:latin typeface="+mj-lt"/>
              </a:rPr>
              <a:t>Sistem</a:t>
            </a:r>
            <a:r>
              <a:rPr sz="1200" b="1" i="0" u="none" dirty="0">
                <a:solidFill>
                  <a:srgbClr val="FFEDD5"/>
                </a:solidFill>
                <a:latin typeface="+mj-lt"/>
              </a:rPr>
              <a:t> </a:t>
            </a:r>
            <a:r>
              <a:rPr sz="1200" b="1" i="0" u="none" dirty="0" err="1">
                <a:solidFill>
                  <a:srgbClr val="FFEDD5"/>
                </a:solidFill>
                <a:latin typeface="+mj-lt"/>
              </a:rPr>
              <a:t>Informasi</a:t>
            </a:r>
            <a:r>
              <a:rPr sz="1200" b="1" i="0" u="none" dirty="0">
                <a:solidFill>
                  <a:srgbClr val="FFEDD5"/>
                </a:solidFill>
                <a:latin typeface="+mj-lt"/>
              </a:rPr>
              <a:t> A — </a:t>
            </a:r>
            <a:r>
              <a:rPr sz="1200" b="1" i="0" u="none" dirty="0" err="1">
                <a:solidFill>
                  <a:srgbClr val="FFEDD5"/>
                </a:solidFill>
                <a:latin typeface="+mj-lt"/>
              </a:rPr>
              <a:t>Kelompok</a:t>
            </a:r>
            <a:r>
              <a:rPr sz="1200" b="1" i="0" u="none" dirty="0">
                <a:solidFill>
                  <a:srgbClr val="FFEDD5"/>
                </a:solidFill>
                <a:latin typeface="+mj-lt"/>
              </a:rPr>
              <a:t> 9</a:t>
            </a:r>
            <a:endParaRPr lang="en-US" sz="1200" b="1" i="0" u="none" dirty="0">
              <a:solidFill>
                <a:srgbClr val="FFEDD5"/>
              </a:solidFill>
              <a:latin typeface="+mj-lt"/>
            </a:endParaRPr>
          </a:p>
          <a:p>
            <a:pPr algn="ctr"/>
            <a:endParaRPr lang="en-ID" sz="1200" b="1" i="0" u="none" dirty="0">
              <a:solidFill>
                <a:srgbClr val="FFEDD5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81FBC1-8333-4AC1-9DD3-85BF09351D91}"/>
              </a:ext>
            </a:extLst>
          </p:cNvPr>
          <p:cNvSpPr txBox="1"/>
          <p:nvPr/>
        </p:nvSpPr>
        <p:spPr>
          <a:xfrm>
            <a:off x="4578370" y="4418025"/>
            <a:ext cx="6096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D" sz="1100" b="0" i="0" u="none" dirty="0" err="1">
                <a:solidFill>
                  <a:srgbClr val="FFEDD5"/>
                </a:solidFill>
              </a:rPr>
              <a:t>Deio</a:t>
            </a:r>
            <a:r>
              <a:rPr lang="en-ID" sz="1100" b="0" i="0" u="none" dirty="0">
                <a:solidFill>
                  <a:srgbClr val="FFEDD5"/>
                </a:solidFill>
              </a:rPr>
              <a:t> Castello </a:t>
            </a:r>
            <a:r>
              <a:rPr lang="en-ID" sz="1100" b="0" i="0" u="none" dirty="0" err="1">
                <a:solidFill>
                  <a:srgbClr val="FFEDD5"/>
                </a:solidFill>
              </a:rPr>
              <a:t>Sujati</a:t>
            </a:r>
            <a:r>
              <a:rPr lang="en-ID" sz="1100" b="0" i="0" u="none" dirty="0">
                <a:solidFill>
                  <a:srgbClr val="FFEDD5"/>
                </a:solidFill>
              </a:rPr>
              <a:t> (825250002)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D" sz="1100" dirty="0">
                <a:solidFill>
                  <a:srgbClr val="FFEDD5"/>
                </a:solidFill>
              </a:rPr>
              <a:t>Felicia Rivera (825250003)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D" sz="1100" b="0" i="0" u="none" dirty="0">
                <a:solidFill>
                  <a:srgbClr val="FFEDD5"/>
                </a:solidFill>
              </a:rPr>
              <a:t>Muhammad </a:t>
            </a:r>
            <a:r>
              <a:rPr lang="en-ID" sz="1100" b="0" i="0" u="none" dirty="0" err="1">
                <a:solidFill>
                  <a:srgbClr val="FFEDD5"/>
                </a:solidFill>
              </a:rPr>
              <a:t>Ubait</a:t>
            </a:r>
            <a:r>
              <a:rPr lang="en-ID" sz="1100" b="0" i="0" u="none" dirty="0">
                <a:solidFill>
                  <a:srgbClr val="FFEDD5"/>
                </a:solidFill>
              </a:rPr>
              <a:t> </a:t>
            </a:r>
            <a:r>
              <a:rPr lang="en-ID" sz="1100" b="0" i="0" u="none" dirty="0" err="1">
                <a:solidFill>
                  <a:srgbClr val="FFEDD5"/>
                </a:solidFill>
              </a:rPr>
              <a:t>Dhaifullah</a:t>
            </a:r>
            <a:r>
              <a:rPr lang="en-ID" sz="1100" b="0" i="0" u="none" dirty="0">
                <a:solidFill>
                  <a:srgbClr val="FFEDD5"/>
                </a:solidFill>
              </a:rPr>
              <a:t> (825250012)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228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Felicia</dc:creator>
  <cp:keywords/>
  <dc:description>generated using python-pptx</dc:description>
  <cp:lastModifiedBy>FELICIA RIVERA</cp:lastModifiedBy>
  <cp:revision>14</cp:revision>
  <dcterms:created xsi:type="dcterms:W3CDTF">2013-01-27T09:14:16Z</dcterms:created>
  <dcterms:modified xsi:type="dcterms:W3CDTF">2026-10-06T06:52:47Z</dcterms:modified>
  <cp:category/>
</cp:coreProperties>
</file>